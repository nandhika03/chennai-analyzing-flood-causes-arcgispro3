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5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8"/>
      <p:bold r:id="rId9"/>
      <p:italic r:id="rId10"/>
      <p:boldItalic r:id="rId11"/>
    </p:embeddedFont>
    <p:embeddedFont>
      <p:font typeface="Barlow ExtraLight" panose="00000300000000000000" pitchFamily="2" charset="0"/>
      <p:regular r:id="rId12"/>
      <p:bold r:id="rId13"/>
      <p:italic r:id="rId14"/>
      <p:boldItalic r:id="rId15"/>
    </p:embeddedFont>
    <p:embeddedFont>
      <p:font typeface="Barlow Light" panose="00000400000000000000" pitchFamily="2" charset="0"/>
      <p:regular r:id="rId16"/>
      <p:bold r:id="rId17"/>
      <p:italic r:id="rId18"/>
      <p:boldItalic r:id="rId19"/>
    </p:embeddedFont>
    <p:embeddedFont>
      <p:font typeface="Barlow Medium" panose="00000600000000000000" pitchFamily="2" charset="0"/>
      <p:regular r:id="rId20"/>
      <p:bold r:id="rId21"/>
      <p:italic r:id="rId22"/>
      <p:boldItalic r:id="rId23"/>
    </p:embeddedFont>
    <p:embeddedFont>
      <p:font typeface="Caveat" panose="020B0604020202020204" charset="0"/>
      <p:regular r:id="rId24"/>
      <p:bold r:id="rId25"/>
    </p:embeddedFont>
    <p:embeddedFont>
      <p:font typeface="Caveat Medium" panose="020B0604020202020204" charset="0"/>
      <p:regular r:id="rId26"/>
      <p:bold r:id="rId27"/>
    </p:embeddedFont>
    <p:embeddedFont>
      <p:font typeface="Comfortaa Light" panose="020B0604020202020204" charset="0"/>
      <p:regular r:id="rId28"/>
      <p:bold r:id="rId29"/>
    </p:embeddedFont>
    <p:embeddedFont>
      <p:font typeface="Hepta Slab" panose="020B0604020202020204" charset="0"/>
      <p:regular r:id="rId30"/>
      <p:bold r:id="rId31"/>
    </p:embeddedFont>
    <p:embeddedFont>
      <p:font typeface="Hepta Slab Light" panose="020B0604020202020204" charset="0"/>
      <p:regular r:id="rId32"/>
      <p:bold r:id="rId33"/>
    </p:embeddedFont>
    <p:embeddedFont>
      <p:font typeface="Hepta Slab Medium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98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9" Type="http://schemas.openxmlformats.org/officeDocument/2006/relationships/tableStyles" Target="tableStyles.xml"/><Relationship Id="rId21" Type="http://schemas.openxmlformats.org/officeDocument/2006/relationships/font" Target="fonts/font14.fntdata"/><Relationship Id="rId34" Type="http://schemas.openxmlformats.org/officeDocument/2006/relationships/font" Target="fonts/font27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font" Target="fonts/font26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font" Target="fonts/font25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font" Target="fonts/font28.fntdata"/><Relationship Id="rId8" Type="http://schemas.openxmlformats.org/officeDocument/2006/relationships/font" Target="fonts/font1.fntdata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1eeb5d7304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1eeb5d7304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eeb5d7304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1eeb5d7304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1eeb5d7304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1eeb5d7304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2" name="Google Shape;142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tx">
  <p:cSld name="TITLE_AND_BODY">
    <p:bg>
      <p:bgPr>
        <a:solidFill>
          <a:schemeClr val="accent4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5" name="Google Shape;195;p37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6" name="Google Shape;196;p37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0" name="Google Shape;200;p37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 i="1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>
            <a:spLocks noGrp="1"/>
          </p:cNvSpPr>
          <p:nvPr>
            <p:ph type="pic" idx="2"/>
          </p:nvPr>
        </p:nvSpPr>
        <p:spPr>
          <a:xfrm>
            <a:off x="3915225" y="1631250"/>
            <a:ext cx="4441200" cy="30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>
            <a:spLocks noGrp="1"/>
          </p:cNvSpPr>
          <p:nvPr>
            <p:ph type="body" idx="1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ubTitle" idx="3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2" name="Google Shape;212;p3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AND_TWO_COLUMNS_1">
    <p:bg>
      <p:bgPr>
        <a:solidFill>
          <a:schemeClr val="dk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body" idx="2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body" idx="3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>
            <a:spLocks noGrp="1"/>
          </p:cNvSpPr>
          <p:nvPr>
            <p:ph type="pic" idx="2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>
            <a:spLocks noGrp="1"/>
          </p:cNvSpPr>
          <p:nvPr>
            <p:ph type="pic" idx="3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>
            <a:spLocks noGrp="1"/>
          </p:cNvSpPr>
          <p:nvPr>
            <p:ph type="pic" idx="4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>
            <a:spLocks noGrp="1"/>
          </p:cNvSpPr>
          <p:nvPr>
            <p:ph type="pic" idx="5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>
            <a:spLocks noGrp="1"/>
          </p:cNvSpPr>
          <p:nvPr>
            <p:ph type="body" idx="1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25" name="Google Shape;225;p40"/>
          <p:cNvSpPr txBox="1">
            <a:spLocks noGrp="1"/>
          </p:cNvSpPr>
          <p:nvPr>
            <p:ph type="body" idx="6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7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7" name="Google Shape;227;p40"/>
          <p:cNvSpPr txBox="1">
            <a:spLocks noGrp="1"/>
          </p:cNvSpPr>
          <p:nvPr>
            <p:ph type="body" idx="8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8" name="Google Shape;228;p40"/>
          <p:cNvSpPr txBox="1">
            <a:spLocks noGrp="1"/>
          </p:cNvSpPr>
          <p:nvPr>
            <p:ph type="body" idx="9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body" idx="13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body" idx="14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1" name="Google Shape;231;p40"/>
          <p:cNvSpPr txBox="1">
            <a:spLocks noGrp="1"/>
          </p:cNvSpPr>
          <p:nvPr>
            <p:ph type="body" idx="15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body" idx="16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3" name="Google Shape;233;p40"/>
          <p:cNvSpPr txBox="1">
            <a:spLocks noGrp="1"/>
          </p:cNvSpPr>
          <p:nvPr>
            <p:ph type="body" idx="17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Landscape">
  <p:cSld name="ONE_COLUMN_TEXT">
    <p:bg>
      <p:bgPr>
        <a:solidFill>
          <a:schemeClr val="dk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>
            <a:spLocks noGrp="1"/>
          </p:cNvSpPr>
          <p:nvPr>
            <p:ph type="body" idx="1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subTitle" idx="2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Trends + Data">
  <p:cSld name="MAIN_POINT">
    <p:bg>
      <p:bgPr>
        <a:solidFill>
          <a:schemeClr val="dk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subTitle" idx="1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subTitle" idx="2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3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CUSTOM_14">
    <p:bg>
      <p:bgPr>
        <a:solidFill>
          <a:schemeClr val="dk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title" idx="2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title" idx="3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body" idx="5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3"/>
                </a:solidFill>
              </a:defRPr>
            </a:lvl1pPr>
            <a:lvl2pPr lvl="1">
              <a:buNone/>
              <a:defRPr sz="1100">
                <a:solidFill>
                  <a:schemeClr val="accent3"/>
                </a:solidFill>
              </a:defRPr>
            </a:lvl2pPr>
            <a:lvl3pPr lvl="2">
              <a:buNone/>
              <a:defRPr sz="1100">
                <a:solidFill>
                  <a:schemeClr val="accent3"/>
                </a:solidFill>
              </a:defRPr>
            </a:lvl3pPr>
            <a:lvl4pPr lvl="3">
              <a:buNone/>
              <a:defRPr sz="1100">
                <a:solidFill>
                  <a:schemeClr val="accent3"/>
                </a:solidFill>
              </a:defRPr>
            </a:lvl4pPr>
            <a:lvl5pPr lvl="4">
              <a:buNone/>
              <a:defRPr sz="1100">
                <a:solidFill>
                  <a:schemeClr val="accent3"/>
                </a:solidFill>
              </a:defRPr>
            </a:lvl5pPr>
            <a:lvl6pPr lvl="5">
              <a:buNone/>
              <a:defRPr sz="1100">
                <a:solidFill>
                  <a:schemeClr val="accent3"/>
                </a:solidFill>
              </a:defRPr>
            </a:lvl6pPr>
            <a:lvl7pPr lvl="6">
              <a:buNone/>
              <a:defRPr sz="1100">
                <a:solidFill>
                  <a:schemeClr val="accent3"/>
                </a:solidFill>
              </a:defRPr>
            </a:lvl7pPr>
            <a:lvl8pPr lvl="7">
              <a:buNone/>
              <a:defRPr sz="1100">
                <a:solidFill>
                  <a:schemeClr val="accent3"/>
                </a:solidFill>
              </a:defRPr>
            </a:lvl8pPr>
            <a:lvl9pPr lvl="8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/ Thank You">
  <p:cSld name="CUSTOM_13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>
            <a:spLocks noGrp="1"/>
          </p:cNvSpPr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body" idx="1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TITLE_AND_DESCRIPTION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58" name="Google Shape;258;p4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9" name="Google Shape;259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/ Pie Graph">
  <p:cSld name="CAPTION_ONLY"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6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2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4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dk2"/>
                </a:solidFill>
              </a:defRPr>
            </a:lvl1pPr>
            <a:lvl2pPr lvl="1">
              <a:buNone/>
              <a:defRPr sz="1100">
                <a:solidFill>
                  <a:schemeClr val="dk2"/>
                </a:solidFill>
              </a:defRPr>
            </a:lvl2pPr>
            <a:lvl3pPr lvl="2">
              <a:buNone/>
              <a:defRPr sz="1100">
                <a:solidFill>
                  <a:schemeClr val="dk2"/>
                </a:solidFill>
              </a:defRPr>
            </a:lvl3pPr>
            <a:lvl4pPr lvl="3">
              <a:buNone/>
              <a:defRPr sz="1100">
                <a:solidFill>
                  <a:schemeClr val="dk2"/>
                </a:solidFill>
              </a:defRPr>
            </a:lvl4pPr>
            <a:lvl5pPr lvl="4">
              <a:buNone/>
              <a:defRPr sz="1100">
                <a:solidFill>
                  <a:schemeClr val="dk2"/>
                </a:solidFill>
              </a:defRPr>
            </a:lvl5pPr>
            <a:lvl6pPr lvl="5">
              <a:buNone/>
              <a:defRPr sz="1100">
                <a:solidFill>
                  <a:schemeClr val="dk2"/>
                </a:solidFill>
              </a:defRPr>
            </a:lvl6pPr>
            <a:lvl7pPr lvl="6">
              <a:buNone/>
              <a:defRPr sz="1100">
                <a:solidFill>
                  <a:schemeClr val="dk2"/>
                </a:solidFill>
              </a:defRPr>
            </a:lvl7pPr>
            <a:lvl8pPr lvl="7">
              <a:buNone/>
              <a:defRPr sz="1100">
                <a:solidFill>
                  <a:schemeClr val="dk2"/>
                </a:solidFill>
              </a:defRPr>
            </a:lvl8pPr>
            <a:lvl9pPr lvl="8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name="adj1" fmla="val 8241844"/>
              <a:gd name="adj2" fmla="val 125549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iators / 4 column text">
  <p:cSld name="BIG_NUMBER">
    <p:bg>
      <p:bgPr>
        <a:solidFill>
          <a:schemeClr val="dk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2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74" name="Google Shape;274;p4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dk2"/>
                </a:solidFill>
              </a:defRPr>
            </a:lvl1pPr>
            <a:lvl2pPr lvl="1">
              <a:buNone/>
              <a:defRPr sz="1100">
                <a:solidFill>
                  <a:schemeClr val="dk2"/>
                </a:solidFill>
              </a:defRPr>
            </a:lvl2pPr>
            <a:lvl3pPr lvl="2">
              <a:buNone/>
              <a:defRPr sz="1100">
                <a:solidFill>
                  <a:schemeClr val="dk2"/>
                </a:solidFill>
              </a:defRPr>
            </a:lvl3pPr>
            <a:lvl4pPr lvl="3">
              <a:buNone/>
              <a:defRPr sz="1100">
                <a:solidFill>
                  <a:schemeClr val="dk2"/>
                </a:solidFill>
              </a:defRPr>
            </a:lvl4pPr>
            <a:lvl5pPr lvl="4">
              <a:buNone/>
              <a:defRPr sz="1100">
                <a:solidFill>
                  <a:schemeClr val="dk2"/>
                </a:solidFill>
              </a:defRPr>
            </a:lvl5pPr>
            <a:lvl6pPr lvl="5">
              <a:buNone/>
              <a:defRPr sz="1100">
                <a:solidFill>
                  <a:schemeClr val="dk2"/>
                </a:solidFill>
              </a:defRPr>
            </a:lvl6pPr>
            <a:lvl7pPr lvl="6">
              <a:buNone/>
              <a:defRPr sz="1100">
                <a:solidFill>
                  <a:schemeClr val="dk2"/>
                </a:solidFill>
              </a:defRPr>
            </a:lvl7pPr>
            <a:lvl8pPr lvl="7">
              <a:buNone/>
              <a:defRPr sz="1100">
                <a:solidFill>
                  <a:schemeClr val="dk2"/>
                </a:solidFill>
              </a:defRPr>
            </a:lvl8pPr>
            <a:lvl9pPr lvl="8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1"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2" name="Google Shape;282;p49"/>
          <p:cNvSpPr txBox="1">
            <a:spLocks noGrp="1"/>
          </p:cNvSpPr>
          <p:nvPr>
            <p:ph type="body" idx="2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ackground Image + Text">
  <p:cSld name="CUSTOM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>
            <a:spLocks noGrp="1"/>
          </p:cNvSpPr>
          <p:nvPr>
            <p:ph type="body" idx="1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0" rIns="274300" bIns="27430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7" name="Google Shape;287;p50"/>
          <p:cNvSpPr txBox="1">
            <a:spLocks noGrp="1"/>
          </p:cNvSpPr>
          <p:nvPr>
            <p:ph type="subTitle" idx="3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274300" rIns="2743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8" name="Google Shape;288;p50"/>
          <p:cNvSpPr txBox="1">
            <a:spLocks noGrp="1"/>
          </p:cNvSpPr>
          <p:nvPr>
            <p:ph type="body" idx="4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9" name="Google Shape;289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>
  <p:cSld name="CUSTOM_1">
    <p:bg>
      <p:bgPr>
        <a:solidFill>
          <a:schemeClr val="lt2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>
            <a:spLocks noGrp="1"/>
          </p:cNvSpPr>
          <p:nvPr>
            <p:ph type="pic" idx="2"/>
          </p:nvPr>
        </p:nvSpPr>
        <p:spPr>
          <a:xfrm>
            <a:off x="5485725" y="523025"/>
            <a:ext cx="3135300" cy="40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>
            <a:spLocks noGrp="1"/>
          </p:cNvSpPr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93" name="Google Shape;293;p51"/>
          <p:cNvSpPr txBox="1">
            <a:spLocks noGrp="1"/>
          </p:cNvSpPr>
          <p:nvPr>
            <p:ph type="body" idx="1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4" name="Google Shape;294;p5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 + 5 Images">
  <p:cSld name="CUSTOM_2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>
            <a:spLocks noGrp="1"/>
          </p:cNvSpPr>
          <p:nvPr>
            <p:ph type="body" idx="1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7" name="Google Shape;297;p52"/>
          <p:cNvSpPr txBox="1">
            <a:spLocks noGrp="1"/>
          </p:cNvSpPr>
          <p:nvPr>
            <p:ph type="body" idx="2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8" name="Google Shape;298;p52"/>
          <p:cNvSpPr txBox="1">
            <a:spLocks noGrp="1"/>
          </p:cNvSpPr>
          <p:nvPr>
            <p:ph type="body" idx="3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9" name="Google Shape;299;p52"/>
          <p:cNvSpPr txBox="1">
            <a:spLocks noGrp="1"/>
          </p:cNvSpPr>
          <p:nvPr>
            <p:ph type="body" idx="4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0" name="Google Shape;300;p52"/>
          <p:cNvSpPr txBox="1">
            <a:spLocks noGrp="1"/>
          </p:cNvSpPr>
          <p:nvPr>
            <p:ph type="body" idx="5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1" name="Google Shape;301;p52"/>
          <p:cNvSpPr txBox="1">
            <a:spLocks noGrp="1"/>
          </p:cNvSpPr>
          <p:nvPr>
            <p:ph type="body" idx="6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52"/>
          <p:cNvSpPr>
            <a:spLocks noGrp="1"/>
          </p:cNvSpPr>
          <p:nvPr>
            <p:ph type="pic" idx="7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4" name="Google Shape;304;p52"/>
          <p:cNvSpPr>
            <a:spLocks noGrp="1"/>
          </p:cNvSpPr>
          <p:nvPr>
            <p:ph type="pic" idx="8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5" name="Google Shape;305;p52"/>
          <p:cNvSpPr>
            <a:spLocks noGrp="1"/>
          </p:cNvSpPr>
          <p:nvPr>
            <p:ph type="pic" idx="9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6" name="Google Shape;306;p52"/>
          <p:cNvSpPr>
            <a:spLocks noGrp="1"/>
          </p:cNvSpPr>
          <p:nvPr>
            <p:ph type="pic" idx="13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7" name="Google Shape;307;p52"/>
          <p:cNvSpPr>
            <a:spLocks noGrp="1"/>
          </p:cNvSpPr>
          <p:nvPr>
            <p:ph type="pic" idx="14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>
            <a:spLocks noGrp="1"/>
          </p:cNvSpPr>
          <p:nvPr>
            <p:ph type="body" idx="15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9" name="Google Shape;309;p52"/>
          <p:cNvSpPr txBox="1">
            <a:spLocks noGrp="1"/>
          </p:cNvSpPr>
          <p:nvPr>
            <p:ph type="subTitle" idx="16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10" name="Google Shape;310;p52"/>
          <p:cNvSpPr txBox="1">
            <a:spLocks noGrp="1"/>
          </p:cNvSpPr>
          <p:nvPr>
            <p:ph type="body" idx="17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1" name="Google Shape;311;p52"/>
          <p:cNvSpPr txBox="1">
            <a:spLocks noGrp="1"/>
          </p:cNvSpPr>
          <p:nvPr>
            <p:ph type="body" idx="18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2" name="Google Shape;312;p52"/>
          <p:cNvSpPr txBox="1">
            <a:spLocks noGrp="1"/>
          </p:cNvSpPr>
          <p:nvPr>
            <p:ph type="body" idx="19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3" name="Google Shape;313;p52"/>
          <p:cNvSpPr txBox="1">
            <a:spLocks noGrp="1"/>
          </p:cNvSpPr>
          <p:nvPr>
            <p:ph type="body" idx="20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4" name="Google Shape;314;p5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y Canvas / Line Graph">
  <p:cSld name="CUSTOM_3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>
            <a:spLocks noGrp="1"/>
          </p:cNvSpPr>
          <p:nvPr>
            <p:ph type="body" idx="1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17" name="Google Shape;317;p53"/>
          <p:cNvSpPr txBox="1">
            <a:spLocks noGrp="1"/>
          </p:cNvSpPr>
          <p:nvPr>
            <p:ph type="subTitle" idx="2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18" name="Google Shape;318;p5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1"/>
                </a:solidFill>
              </a:defRPr>
            </a:lvl1pPr>
            <a:lvl2pPr lvl="1">
              <a:buNone/>
              <a:defRPr sz="1100">
                <a:solidFill>
                  <a:schemeClr val="accent1"/>
                </a:solidFill>
              </a:defRPr>
            </a:lvl2pPr>
            <a:lvl3pPr lvl="2">
              <a:buNone/>
              <a:defRPr sz="1100">
                <a:solidFill>
                  <a:schemeClr val="accent1"/>
                </a:solidFill>
              </a:defRPr>
            </a:lvl3pPr>
            <a:lvl4pPr lvl="3">
              <a:buNone/>
              <a:defRPr sz="1100">
                <a:solidFill>
                  <a:schemeClr val="accent1"/>
                </a:solidFill>
              </a:defRPr>
            </a:lvl4pPr>
            <a:lvl5pPr lvl="4">
              <a:buNone/>
              <a:defRPr sz="1100">
                <a:solidFill>
                  <a:schemeClr val="accent1"/>
                </a:solidFill>
              </a:defRPr>
            </a:lvl5pPr>
            <a:lvl6pPr lvl="5">
              <a:buNone/>
              <a:defRPr sz="1100">
                <a:solidFill>
                  <a:schemeClr val="accent1"/>
                </a:solidFill>
              </a:defRPr>
            </a:lvl6pPr>
            <a:lvl7pPr lvl="6">
              <a:buNone/>
              <a:defRPr sz="1100">
                <a:solidFill>
                  <a:schemeClr val="accent1"/>
                </a:solidFill>
              </a:defRPr>
            </a:lvl7pPr>
            <a:lvl8pPr lvl="7">
              <a:buNone/>
              <a:defRPr sz="1100">
                <a:solidFill>
                  <a:schemeClr val="accent1"/>
                </a:solidFill>
              </a:defRPr>
            </a:lvl8pPr>
            <a:lvl9pPr lvl="8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21" name="Google Shape;321;p54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322" name="Google Shape;322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 / Objectives">
  <p:cSld name="CUSTOM_5">
    <p:bg>
      <p:bgPr>
        <a:solidFill>
          <a:schemeClr val="dk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>
            <a:spLocks noGrp="1"/>
          </p:cNvSpPr>
          <p:nvPr>
            <p:ph type="body" idx="1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body" idx="2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7" name="Google Shape;327;p55"/>
          <p:cNvSpPr txBox="1">
            <a:spLocks noGrp="1"/>
          </p:cNvSpPr>
          <p:nvPr>
            <p:ph type="body" idx="3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8" name="Google Shape;328;p55"/>
          <p:cNvSpPr txBox="1">
            <a:spLocks noGrp="1"/>
          </p:cNvSpPr>
          <p:nvPr>
            <p:ph type="body" idx="4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9" name="Google Shape;329;p55"/>
          <p:cNvSpPr>
            <a:spLocks noGrp="1"/>
          </p:cNvSpPr>
          <p:nvPr>
            <p:ph type="pic" idx="5"/>
          </p:nvPr>
        </p:nvSpPr>
        <p:spPr>
          <a:xfrm>
            <a:off x="7049625" y="15881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0" name="Google Shape;330;p55"/>
          <p:cNvSpPr>
            <a:spLocks noGrp="1"/>
          </p:cNvSpPr>
          <p:nvPr>
            <p:ph type="pic" idx="6"/>
          </p:nvPr>
        </p:nvSpPr>
        <p:spPr>
          <a:xfrm>
            <a:off x="3915213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1" name="Google Shape;331;p55"/>
          <p:cNvSpPr>
            <a:spLocks noGrp="1"/>
          </p:cNvSpPr>
          <p:nvPr>
            <p:ph type="pic" idx="7"/>
          </p:nvPr>
        </p:nvSpPr>
        <p:spPr>
          <a:xfrm>
            <a:off x="5490975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>
            <a:spLocks noGrp="1"/>
          </p:cNvSpPr>
          <p:nvPr>
            <p:ph type="subTitle" idx="8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3" name="Google Shape;333;p55"/>
          <p:cNvSpPr txBox="1">
            <a:spLocks noGrp="1"/>
          </p:cNvSpPr>
          <p:nvPr>
            <p:ph type="subTitle" idx="9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4" name="Google Shape;334;p55"/>
          <p:cNvSpPr txBox="1">
            <a:spLocks noGrp="1"/>
          </p:cNvSpPr>
          <p:nvPr>
            <p:ph type="subTitle" idx="13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5" name="Google Shape;335;p55"/>
          <p:cNvSpPr txBox="1">
            <a:spLocks noGrp="1"/>
          </p:cNvSpPr>
          <p:nvPr>
            <p:ph type="body" idx="14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55"/>
          <p:cNvSpPr txBox="1">
            <a:spLocks noGrp="1"/>
          </p:cNvSpPr>
          <p:nvPr>
            <p:ph type="body" idx="15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7" name="Google Shape;337;p55"/>
          <p:cNvSpPr txBox="1">
            <a:spLocks noGrp="1"/>
          </p:cNvSpPr>
          <p:nvPr>
            <p:ph type="body" idx="16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8" name="Google Shape;338;p5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Plan + 5 Images">
  <p:cSld name="CUSTOM_6">
    <p:bg>
      <p:bgPr>
        <a:solidFill>
          <a:schemeClr val="accent6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>
            <a:spLocks noGrp="1"/>
          </p:cNvSpPr>
          <p:nvPr>
            <p:ph type="body" idx="1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41" name="Google Shape;341;p56"/>
          <p:cNvSpPr txBox="1">
            <a:spLocks noGrp="1"/>
          </p:cNvSpPr>
          <p:nvPr>
            <p:ph type="body" idx="2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56"/>
          <p:cNvSpPr>
            <a:spLocks noGrp="1"/>
          </p:cNvSpPr>
          <p:nvPr>
            <p:ph type="pic" idx="3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4" name="Google Shape;344;p56"/>
          <p:cNvSpPr>
            <a:spLocks noGrp="1"/>
          </p:cNvSpPr>
          <p:nvPr>
            <p:ph type="pic" idx="4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5" name="Google Shape;345;p56"/>
          <p:cNvSpPr>
            <a:spLocks noGrp="1"/>
          </p:cNvSpPr>
          <p:nvPr>
            <p:ph type="pic" idx="5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6" name="Google Shape;346;p56"/>
          <p:cNvSpPr>
            <a:spLocks noGrp="1"/>
          </p:cNvSpPr>
          <p:nvPr>
            <p:ph type="pic" idx="6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56"/>
          <p:cNvSpPr>
            <a:spLocks noGrp="1"/>
          </p:cNvSpPr>
          <p:nvPr>
            <p:ph type="pic" idx="7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>
            <a:spLocks noGrp="1"/>
          </p:cNvSpPr>
          <p:nvPr>
            <p:ph type="body" idx="8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9" name="Google Shape;349;p56"/>
          <p:cNvSpPr txBox="1">
            <a:spLocks noGrp="1"/>
          </p:cNvSpPr>
          <p:nvPr>
            <p:ph type="subTitle" idx="9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50" name="Google Shape;350;p56"/>
          <p:cNvSpPr txBox="1">
            <a:spLocks noGrp="1"/>
          </p:cNvSpPr>
          <p:nvPr>
            <p:ph type="body" idx="13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1" name="Google Shape;351;p56"/>
          <p:cNvSpPr txBox="1">
            <a:spLocks noGrp="1"/>
          </p:cNvSpPr>
          <p:nvPr>
            <p:ph type="body" idx="14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2" name="Google Shape;352;p56"/>
          <p:cNvSpPr txBox="1">
            <a:spLocks noGrp="1"/>
          </p:cNvSpPr>
          <p:nvPr>
            <p:ph type="body" idx="15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3" name="Google Shape;353;p56"/>
          <p:cNvSpPr txBox="1">
            <a:spLocks noGrp="1"/>
          </p:cNvSpPr>
          <p:nvPr>
            <p:ph type="body" idx="16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4" name="Google Shape;354;p56"/>
          <p:cNvSpPr txBox="1">
            <a:spLocks noGrp="1"/>
          </p:cNvSpPr>
          <p:nvPr>
            <p:ph type="body" idx="17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5" name="Google Shape;355;p56"/>
          <p:cNvSpPr txBox="1">
            <a:spLocks noGrp="1"/>
          </p:cNvSpPr>
          <p:nvPr>
            <p:ph type="body" idx="18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6" name="Google Shape;356;p56"/>
          <p:cNvSpPr txBox="1">
            <a:spLocks noGrp="1"/>
          </p:cNvSpPr>
          <p:nvPr>
            <p:ph type="body" idx="19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7" name="Google Shape;357;p56"/>
          <p:cNvSpPr txBox="1">
            <a:spLocks noGrp="1"/>
          </p:cNvSpPr>
          <p:nvPr>
            <p:ph type="body" idx="20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8" name="Google Shape;358;p5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Graphic">
  <p:cSld name="CUSTOM_9"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>
            <a:spLocks noGrp="1"/>
          </p:cNvSpPr>
          <p:nvPr>
            <p:ph type="body" idx="1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1" name="Google Shape;361;p57"/>
          <p:cNvSpPr txBox="1">
            <a:spLocks noGrp="1"/>
          </p:cNvSpPr>
          <p:nvPr>
            <p:ph type="body" idx="2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5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/ Graphic">
  <p:cSld name="CUSTOM_12">
    <p:bg>
      <p:bgPr>
        <a:solidFill>
          <a:schemeClr val="dk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>
            <a:spLocks noGrp="1"/>
          </p:cNvSpPr>
          <p:nvPr>
            <p:ph type="body" idx="1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5" name="Google Shape;365;p58"/>
          <p:cNvSpPr txBox="1">
            <a:spLocks noGrp="1"/>
          </p:cNvSpPr>
          <p:nvPr>
            <p:ph type="subTitle" idx="2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66" name="Google Shape;366;p5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>
            <a:spLocks noGrp="1"/>
          </p:cNvSpPr>
          <p:nvPr>
            <p:ph type="title"/>
          </p:nvPr>
        </p:nvSpPr>
        <p:spPr>
          <a:xfrm>
            <a:off x="876375" y="1671150"/>
            <a:ext cx="8214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4200"/>
              <a:t>Nandhika Rajmanikandan</a:t>
            </a:r>
            <a:endParaRPr sz="4200"/>
          </a:p>
        </p:txBody>
      </p:sp>
      <p:sp>
        <p:nvSpPr>
          <p:cNvPr id="372" name="Google Shape;372;p59"/>
          <p:cNvSpPr txBox="1">
            <a:spLocks noGrp="1"/>
          </p:cNvSpPr>
          <p:nvPr>
            <p:ph type="body" idx="1"/>
          </p:nvPr>
        </p:nvSpPr>
        <p:spPr>
          <a:xfrm>
            <a:off x="3100475" y="3412650"/>
            <a:ext cx="31032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</a:rPr>
              <a:t> College of Computing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373" name="Google Shape;373;p59"/>
          <p:cNvSpPr txBox="1">
            <a:spLocks noGrp="1"/>
          </p:cNvSpPr>
          <p:nvPr>
            <p:ph type="subTitle" idx="2"/>
          </p:nvPr>
        </p:nvSpPr>
        <p:spPr>
          <a:xfrm>
            <a:off x="2347350" y="2571750"/>
            <a:ext cx="44493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200"/>
              <a:t> </a:t>
            </a:r>
            <a:r>
              <a:rPr lang="en" sz="2200">
                <a:solidFill>
                  <a:srgbClr val="8E7CC3"/>
                </a:solidFill>
              </a:rPr>
              <a:t>Masters in Data Science</a:t>
            </a:r>
            <a:endParaRPr sz="2200">
              <a:solidFill>
                <a:srgbClr val="8E7CC3"/>
              </a:solidFill>
            </a:endParaRPr>
          </a:p>
        </p:txBody>
      </p:sp>
      <p:sp>
        <p:nvSpPr>
          <p:cNvPr id="374" name="Google Shape;374;p59"/>
          <p:cNvSpPr txBox="1"/>
          <p:nvPr/>
        </p:nvSpPr>
        <p:spPr>
          <a:xfrm>
            <a:off x="3982950" y="3818225"/>
            <a:ext cx="41262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8E7CC3"/>
                </a:solidFill>
                <a:latin typeface="Barlow Light"/>
                <a:ea typeface="Barlow Light"/>
                <a:cs typeface="Barlow Light"/>
                <a:sym typeface="Barlow Light"/>
              </a:rPr>
              <a:t>        nrajmani@mtu.edu</a:t>
            </a:r>
            <a:endParaRPr sz="100">
              <a:solidFill>
                <a:srgbClr val="8E7CC3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375" name="Google Shape;375;p59"/>
          <p:cNvCxnSpPr/>
          <p:nvPr/>
        </p:nvCxnSpPr>
        <p:spPr>
          <a:xfrm rot="10800000" flipH="1">
            <a:off x="650900" y="2527500"/>
            <a:ext cx="8338500" cy="2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60"/>
          <p:cNvPicPr preferRelativeResize="0"/>
          <p:nvPr/>
        </p:nvPicPr>
        <p:blipFill rotWithShape="1">
          <a:blip r:embed="rId3">
            <a:alphaModFix/>
          </a:blip>
          <a:srcRect l="-1347"/>
          <a:stretch/>
        </p:blipFill>
        <p:spPr>
          <a:xfrm>
            <a:off x="1965400" y="288875"/>
            <a:ext cx="3478951" cy="218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2725" y="2635850"/>
            <a:ext cx="1656085" cy="21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8275" y="2635850"/>
            <a:ext cx="1656075" cy="214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3325" y="288875"/>
            <a:ext cx="3310465" cy="218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53825" y="2615675"/>
            <a:ext cx="3310475" cy="218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60"/>
          <p:cNvSpPr txBox="1"/>
          <p:nvPr/>
        </p:nvSpPr>
        <p:spPr>
          <a:xfrm>
            <a:off x="0" y="392200"/>
            <a:ext cx="1965300" cy="146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rPr>
              <a:t> -Chennai -</a:t>
            </a:r>
            <a:endParaRPr>
              <a:solidFill>
                <a:schemeClr val="dk1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veat Medium"/>
              <a:ea typeface="Caveat Medium"/>
              <a:cs typeface="Caveat Medium"/>
              <a:sym typeface="Cave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veat Medium"/>
                <a:ea typeface="Caveat Medium"/>
                <a:cs typeface="Caveat Medium"/>
                <a:sym typeface="Caveat Medium"/>
              </a:rPr>
              <a:t>a tale of </a:t>
            </a:r>
            <a:r>
              <a:rPr lang="en" sz="1500">
                <a:solidFill>
                  <a:srgbClr val="CC4125"/>
                </a:solidFill>
                <a:latin typeface="Caveat Medium"/>
                <a:ea typeface="Caveat Medium"/>
                <a:cs typeface="Caveat Medium"/>
                <a:sym typeface="Caveat Medium"/>
              </a:rPr>
              <a:t>Urbanization</a:t>
            </a:r>
            <a:r>
              <a:rPr lang="en" sz="1500">
                <a:solidFill>
                  <a:schemeClr val="dk1"/>
                </a:solidFill>
                <a:latin typeface="Caveat Medium"/>
                <a:ea typeface="Caveat Medium"/>
                <a:cs typeface="Caveat Medium"/>
                <a:sym typeface="Caveat Medium"/>
              </a:rPr>
              <a:t>, </a:t>
            </a:r>
            <a:r>
              <a:rPr lang="en" sz="1500">
                <a:solidFill>
                  <a:srgbClr val="BF9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Land Transformation</a:t>
            </a:r>
            <a:r>
              <a:rPr lang="en" sz="1500">
                <a:solidFill>
                  <a:schemeClr val="dk1"/>
                </a:solidFill>
                <a:latin typeface="Caveat Medium"/>
                <a:ea typeface="Caveat Medium"/>
                <a:cs typeface="Caveat Medium"/>
                <a:sym typeface="Caveat Medium"/>
              </a:rPr>
              <a:t>, and </a:t>
            </a:r>
            <a:r>
              <a:rPr lang="en" sz="1500">
                <a:solidFill>
                  <a:srgbClr val="6FA8DC"/>
                </a:solidFill>
                <a:latin typeface="Caveat Medium"/>
                <a:ea typeface="Caveat Medium"/>
                <a:cs typeface="Caveat Medium"/>
                <a:sym typeface="Caveat Medium"/>
              </a:rPr>
              <a:t>Flood</a:t>
            </a:r>
            <a:r>
              <a:rPr lang="en" sz="1500">
                <a:solidFill>
                  <a:srgbClr val="6D9EEB"/>
                </a:solidFill>
                <a:latin typeface="Caveat Medium"/>
                <a:ea typeface="Caveat Medium"/>
                <a:cs typeface="Caveat Medium"/>
                <a:sym typeface="Caveat Medium"/>
              </a:rPr>
              <a:t> </a:t>
            </a:r>
            <a:r>
              <a:rPr lang="en" sz="1500">
                <a:solidFill>
                  <a:schemeClr val="dk1"/>
                </a:solidFill>
                <a:latin typeface="Caveat Medium"/>
                <a:ea typeface="Caveat Medium"/>
                <a:cs typeface="Caveat Medium"/>
                <a:sym typeface="Caveat Medium"/>
              </a:rPr>
              <a:t>Risk.</a:t>
            </a:r>
            <a:endParaRPr sz="1500">
              <a:solidFill>
                <a:schemeClr val="dk1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386" name="Google Shape;386;p60"/>
          <p:cNvSpPr txBox="1"/>
          <p:nvPr/>
        </p:nvSpPr>
        <p:spPr>
          <a:xfrm>
            <a:off x="-52425" y="2817625"/>
            <a:ext cx="21777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Elevation and Vulnerability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From Reservoirs to Rooftops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Land Use Land Cover Changes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Historical Insights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7" name="Google Shape;387;p60"/>
          <p:cNvSpPr/>
          <p:nvPr/>
        </p:nvSpPr>
        <p:spPr>
          <a:xfrm>
            <a:off x="107475" y="2371175"/>
            <a:ext cx="1857900" cy="1862700"/>
          </a:xfrm>
          <a:prstGeom prst="ellipse">
            <a:avLst/>
          </a:prstGeom>
          <a:noFill/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61"/>
          <p:cNvPicPr preferRelativeResize="0"/>
          <p:nvPr/>
        </p:nvPicPr>
        <p:blipFill rotWithShape="1">
          <a:blip r:embed="rId3">
            <a:alphaModFix/>
          </a:blip>
          <a:srcRect l="-3310" r="3310"/>
          <a:stretch/>
        </p:blipFill>
        <p:spPr>
          <a:xfrm>
            <a:off x="471725" y="1780941"/>
            <a:ext cx="4983725" cy="304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61"/>
          <p:cNvPicPr preferRelativeResize="0"/>
          <p:nvPr/>
        </p:nvPicPr>
        <p:blipFill rotWithShape="1">
          <a:blip r:embed="rId4">
            <a:alphaModFix/>
          </a:blip>
          <a:srcRect t="1910" b="-1910"/>
          <a:stretch/>
        </p:blipFill>
        <p:spPr>
          <a:xfrm>
            <a:off x="5648875" y="379325"/>
            <a:ext cx="2859707" cy="455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61"/>
          <p:cNvSpPr txBox="1"/>
          <p:nvPr/>
        </p:nvSpPr>
        <p:spPr>
          <a:xfrm>
            <a:off x="795175" y="623250"/>
            <a:ext cx="4570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D5A6BD"/>
                </a:solidFill>
                <a:latin typeface="Caveat"/>
                <a:ea typeface="Caveat"/>
                <a:cs typeface="Caveat"/>
                <a:sym typeface="Caveat"/>
              </a:rPr>
              <a:t>Chennai's Changing Face</a:t>
            </a:r>
            <a:endParaRPr>
              <a:solidFill>
                <a:srgbClr val="D5A6B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5A6BD"/>
                </a:solidFill>
                <a:latin typeface="Hepta Slab"/>
                <a:ea typeface="Hepta Slab"/>
                <a:cs typeface="Hepta Slab"/>
                <a:sym typeface="Hepta Slab"/>
              </a:rPr>
              <a:t> a delicate balance between </a:t>
            </a:r>
            <a:r>
              <a:rPr lang="en" sz="1100">
                <a:solidFill>
                  <a:srgbClr val="93C47D"/>
                </a:solidFill>
                <a:latin typeface="Hepta Slab"/>
                <a:ea typeface="Hepta Slab"/>
                <a:cs typeface="Hepta Slab"/>
                <a:sym typeface="Hepta Slab"/>
              </a:rPr>
              <a:t>Growth</a:t>
            </a:r>
            <a:r>
              <a:rPr lang="en" sz="1100">
                <a:solidFill>
                  <a:srgbClr val="D5A6BD"/>
                </a:solidFill>
                <a:latin typeface="Hepta Slab"/>
                <a:ea typeface="Hepta Slab"/>
                <a:cs typeface="Hepta Slab"/>
                <a:sym typeface="Hepta Slab"/>
              </a:rPr>
              <a:t> and </a:t>
            </a:r>
            <a:r>
              <a:rPr lang="en" sz="1100">
                <a:solidFill>
                  <a:srgbClr val="E06666"/>
                </a:solidFill>
                <a:latin typeface="Hepta Slab"/>
                <a:ea typeface="Hepta Slab"/>
                <a:cs typeface="Hepta Slab"/>
                <a:sym typeface="Hepta Slab"/>
              </a:rPr>
              <a:t>Vulnerability</a:t>
            </a:r>
            <a:endParaRPr sz="1100">
              <a:solidFill>
                <a:srgbClr val="E06666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95" name="Google Shape;395;p61"/>
          <p:cNvSpPr txBox="1"/>
          <p:nvPr/>
        </p:nvSpPr>
        <p:spPr>
          <a:xfrm>
            <a:off x="2700700" y="1254663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When land forgets its water, water remembers its land</a:t>
            </a:r>
            <a:endParaRPr sz="7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EC1F3A-E9B1-0AD4-0F4F-FA6F7262E961}"/>
              </a:ext>
            </a:extLst>
          </p:cNvPr>
          <p:cNvSpPr txBox="1"/>
          <p:nvPr/>
        </p:nvSpPr>
        <p:spPr>
          <a:xfrm>
            <a:off x="2651760" y="1313411"/>
            <a:ext cx="49664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 add up: Try to do urban planning, include population data</a:t>
            </a:r>
          </a:p>
        </p:txBody>
      </p:sp>
    </p:spTree>
    <p:extLst>
      <p:ext uri="{BB962C8B-B14F-4D97-AF65-F5344CB8AC3E}">
        <p14:creationId xmlns:p14="http://schemas.microsoft.com/office/powerpoint/2010/main" val="378119988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On-screen Show (16:9)</PresentationFormat>
  <Paragraphs>18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Comfortaa Light</vt:lpstr>
      <vt:lpstr>Hepta Slab Medium</vt:lpstr>
      <vt:lpstr>Arial</vt:lpstr>
      <vt:lpstr>Caveat Medium</vt:lpstr>
      <vt:lpstr>Caveat</vt:lpstr>
      <vt:lpstr>Barlow ExtraLight</vt:lpstr>
      <vt:lpstr>Hepta Slab</vt:lpstr>
      <vt:lpstr>Barlow Medium</vt:lpstr>
      <vt:lpstr>Barlow</vt:lpstr>
      <vt:lpstr>Barlow Light</vt:lpstr>
      <vt:lpstr>Hepta Slab Light</vt:lpstr>
      <vt:lpstr>Simple Light</vt:lpstr>
      <vt:lpstr>Strategy Plan</vt:lpstr>
      <vt:lpstr>Nandhika Rajmanikandan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Nandhika RM</cp:lastModifiedBy>
  <cp:revision>1</cp:revision>
  <dcterms:modified xsi:type="dcterms:W3CDTF">2024-12-05T16:57:41Z</dcterms:modified>
</cp:coreProperties>
</file>